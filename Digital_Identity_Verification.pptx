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38404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ACADEMIC CAPSTONE PROJECT • 2024-2025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8FAFC"/>
                </a:solidFill>
                <a:latin typeface="Segoe UI"/>
              </a:defRPr>
            </a:pPr>
            <a:r>
              <a:t>Digital Identity Verification</a:t>
            </a:r>
            <a:br/>
            <a:r>
              <a:t>Using 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A Tamper-Proof, Zero-PII Credential Verification Platform Powered by SHA-256 Hashing, Proof-of-Work Consensus &amp; 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6858000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GROUP PRESENTATION TEAM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Team Member 1  —  Roll No: [Enter Roll No]  •  Frontend &amp; Verification UI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Team Member 2  —  Roll No: [Enter Roll No]  •  FastAPI Backend &amp; Cryptography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Team Member 3  —  Roll No: [Enter Roll No]  •  Proof-of-Work Blockchain &amp; Merkle Trees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Team Member 4  —  Roll No: [Enter Roll No]  •  Database Schema, Testing &amp; Documentation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749039"/>
            <a:ext cx="3596335" cy="22860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GUIDANCE &amp; INSTITUTION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Department of Computer Science &amp; Engineering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Faculty Guide: Prof. [Faculty Guide Name]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Subject: Blockchain Technology &amp; Application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Project Status: Fully Implemented &amp; Tested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 Demo Link: http://localhost:5173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SYSTEM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02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CURRENT CHALLENGES &amp; VULNERABILITIES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Centralized Vulnerability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Traditional identity records are kept in central databases that act as single points of failure, vulnerable to cyber attacks and insider tampering.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Easy Document Forgery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Digital documents (PDFs, certificates, student IDs) are easily manipulated with graphic tools, making visual inspection unreliable.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Privacy &amp; PII Leakage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Storing complete identity credentials publicly risks massive identity theft and violates privacy laws (GDPR/DPDP Act).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Slow Verification Cycles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Organizations take days or weeks contacting issuing authorities manually to confirm authentic credentials.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OUR BLOCKCHAIN-POWERED SOLUTION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Zero-PII On-Chain Storage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No personal documents or names are anchored on the blockchain. Only irreversible 256-bit cryptographic fingerprints (hashes) are recorded.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Instant Tamper Detection (Avalanche Effect)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Modifying even a single character in an identity credential alters the entire SHA-256 digest, triggering an immediate Tamper Alert.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Immutable Proof-of-Work Ledger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Blocks are permanently linked through previous hashes and PoW mining. Historical records cannot be rewritten or erased.</a:t>
            </a:r>
          </a:p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Self-Sovereign Real-Time Audit</a:t>
            </a:r>
          </a:p>
          <a:p>
            <a:pPr>
              <a:spcAft>
                <a:spcPts val="6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Anyone can verify an identity document against the blockchain in milliseconds without depending on intermediaries.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715000"/>
            <a:ext cx="10728655" cy="502920"/>
          </a:xfrm>
          <a:prstGeom prst="rect">
            <a:avLst/>
          </a:prstGeom>
          <a:solidFill>
            <a:srgbClr val="12182E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PARADIGM: Cryptographic verification replaces institutional trust — proving validity without exposing identity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Project Objectives &amp;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03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242255" cy="2057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91640"/>
            <a:ext cx="7315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2763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Zero-PII Cryptographic Anchoring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488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E2E8F0"/>
                </a:solidFill>
                <a:latin typeface="Segoe UI"/>
              </a:defRPr>
            </a:pPr>
            <a:r>
              <a:t>Eliminate data privacy risks by hashing documents using SHA-256 before blockchain anchoring. Raw files remain private and off-chain at all times.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42255" cy="2057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691640"/>
            <a:ext cx="7315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2763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Custom Proof-of-Work Blockchain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1488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E2E8F0"/>
                </a:solidFill>
                <a:latin typeface="Segoe UI"/>
              </a:defRPr>
            </a:pPr>
            <a:r>
              <a:t>Develop a transparent, educational blockchain engine featuring difficulty-targeted mining, Merkle roots, previous hash linkage, and chain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242255" cy="2057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977639"/>
            <a:ext cx="7315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13631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Real-Time Tamper Detection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348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E2E8F0"/>
                </a:solidFill>
                <a:latin typeface="Segoe UI"/>
              </a:defRPr>
            </a:pPr>
            <a:r>
              <a:t>Deliver instantaneous mathematical audit capabilities comparing computed file hashes against on-chain records with clear Match / Tamper notifications.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242255" cy="2057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977639"/>
            <a:ext cx="73152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13631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Segoe UI"/>
              </a:defRPr>
            </a:pPr>
            <a:r>
              <a:t>Full-Stack Production-Ready Web Interface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E2E8F0"/>
                </a:solidFill>
                <a:latin typeface="Segoe UI"/>
              </a:defRPr>
            </a:pPr>
            <a:r>
              <a:t>Implement a responsive React 19 single-page app and FastAPI backend with interactive drag-and-drop verification, block explorer, and audit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943600"/>
            <a:ext cx="10728655" cy="320040"/>
          </a:xfrm>
          <a:prstGeom prst="rect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94A3B8"/>
                </a:solidFill>
                <a:latin typeface="Segoe UI"/>
              </a:defRPr>
            </a:pPr>
            <a:r>
              <a:t>Target Audience: Academic institutions, employers, certification authorities, and regulatory bodies.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System Architecture &amp; Workflow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FRONTEND TIER</a:t>
            </a:r>
          </a:p>
          <a:p>
            <a:pPr>
              <a:spcAft>
                <a:spcPts val="8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React 19 + Vite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Drag-and-drop file upload zone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Client-side SHA-256 pre-calculation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Live side-by-side hash diff viewer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Blockchain block explorer &amp; audit 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55264" y="256032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468880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2. REST API TIER</a:t>
            </a:r>
          </a:p>
          <a:p>
            <a:pPr>
              <a:spcAft>
                <a:spcPts val="8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FastAPI + Python 3.11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High-performance async REST routes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In-memory cryptographic hashing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Input validation &amp; sanitization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Auto-generated Swagger documentation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56032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3. OFF-CHAIN STORAGE</a:t>
            </a:r>
          </a:p>
          <a:p>
            <a:pPr>
              <a:spcAft>
                <a:spcPts val="8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SQLite + SQLAlchemy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IdentityRecord: ID, name, email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VerificationLog: Full audit history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Stores transaction references &amp; blocks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Zero raw document bytes stored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41664" y="256032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27432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4. IMMUTABLE LEDGER</a:t>
            </a:r>
          </a:p>
          <a:p>
            <a:pPr>
              <a:spcAft>
                <a:spcPts val="8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Simulated PoW / Ganache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SHA-256 Block Header chaining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Proof of Work mining (difficulty=2)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Merkle root tree validation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State trie mapping ID -&gt; Doc Hash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6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SYSTEM WORKFLOWS (DATA PIPELINE)</a:t>
            </a:r>
          </a:p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A. REGISTRATION WORKFLOW: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   User uploads Document + ID  →  FastAPI hashes file via SHA-256  →  Simulated PoW mines Block (difficulty=2)  →  Block committed to ledger  →  Metadata &amp; Tx Hash stored in SQLite  →  Receipt generated.</a:t>
            </a:r>
          </a:p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B. VERIFICATION WORKFLOW: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Verifier uploads test Document  →  SHA-256 computed on bytes  →  Query registered hash from Blockchain  →  Bitwise comparison  →  Match (Green Confirmed) or Mismatch (Red Tamper Alert)  →  Result logged to History.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TECH STACK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Technologies Used in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05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42255" cy="2240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FRONTEND DEVELOPMENT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React 19 &amp; Vite: </a:t>
            </a:r>
            <a:r>
              <a:rPr b="0">
                <a:solidFill>
                  <a:srgbClr val="94A3B8"/>
                </a:solidFill>
              </a:rPr>
              <a:t>High-performance reactive frontend framework with lightning-fast Hot Module Replacement (HMR).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Tailwind CSS &amp; Glassmorphism: </a:t>
            </a:r>
            <a:r>
              <a:rPr b="0">
                <a:solidFill>
                  <a:srgbClr val="94A3B8"/>
                </a:solidFill>
              </a:rPr>
              <a:t>Modern responsive styling with custom glassmorphism, glowing status badges, and tab routing.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Client-Side Hashing: </a:t>
            </a:r>
            <a:r>
              <a:rPr b="0">
                <a:solidFill>
                  <a:srgbClr val="94A3B8"/>
                </a:solidFill>
              </a:rPr>
              <a:t>Web Crypto API implementation for instant client-side SHA-256 checksum previews before upload.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42255" cy="2240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BACKEND &amp; API SERVICES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FastAPI (Python 3.11): </a:t>
            </a:r>
            <a:r>
              <a:rPr b="0">
                <a:solidFill>
                  <a:srgbClr val="94A3B8"/>
                </a:solidFill>
              </a:rPr>
              <a:t>Modern, asynchronous web framework delivering high-speed execution and native request typing.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Uvicorn ASGI Server: </a:t>
            </a:r>
            <a:r>
              <a:rPr b="0">
                <a:solidFill>
                  <a:srgbClr val="94A3B8"/>
                </a:solidFill>
              </a:rPr>
              <a:t>Production-grade asynchronous web server gateway for handling concurrent requests smoothly.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Pydantic &amp; Multi-Part Form: </a:t>
            </a:r>
            <a:r>
              <a:rPr b="0">
                <a:solidFill>
                  <a:srgbClr val="94A3B8"/>
                </a:solidFill>
              </a:rPr>
              <a:t>Strict schema validation and robust streaming handlers for multipart identity file uploads.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42255" cy="2240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CRYPTOGRAPHY &amp; BLOCKCHAIN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SHA-256 (Secure Hash Algorithm): </a:t>
            </a:r>
            <a:r>
              <a:rPr b="0">
                <a:solidFill>
                  <a:srgbClr val="94A3B8"/>
                </a:solidFill>
              </a:rPr>
              <a:t>Cryptographic hash function converting arbitrary document files into fixed 256-bit hexadecimal digests.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Simulated PoW Blockchain: </a:t>
            </a:r>
            <a:r>
              <a:rPr b="0">
                <a:solidFill>
                  <a:srgbClr val="94A3B8"/>
                </a:solidFill>
              </a:rPr>
              <a:t>Pure Python blockchain ledger featuring difficulty=2 mining, Merkle tree root hashing, and integrity checks.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Avalanche Effect Protection: </a:t>
            </a:r>
            <a:r>
              <a:rPr b="0">
                <a:solidFill>
                  <a:srgbClr val="94A3B8"/>
                </a:solidFill>
              </a:rPr>
              <a:t>Cryptographic guarantee ensuring even single-bit edits create entirely distinct block digests.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42255" cy="2240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DATABASE &amp; SMART CONTRACTS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SQLite with SQLAlchemy ORM: </a:t>
            </a:r>
            <a:r>
              <a:rPr b="0">
                <a:solidFill>
                  <a:srgbClr val="94A3B8"/>
                </a:solidFill>
              </a:rPr>
              <a:t>Lightweight relational database managing off-chain metadata (IdentityRecord and VerificationLog).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Dual-Mode EVM Architecture: </a:t>
            </a:r>
            <a:r>
              <a:rPr b="0">
                <a:solidFill>
                  <a:srgbClr val="94A3B8"/>
                </a:solidFill>
              </a:rPr>
              <a:t>Built-in support for switching between the simulated ledger and local Ethereum Ganache node.</a:t>
            </a:r>
          </a:p>
          <a:p>
            <a:pPr>
              <a:spcAft>
                <a:spcPts val="4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 Solidity Smart Contract: </a:t>
            </a:r>
            <a:r>
              <a:rPr b="0">
                <a:solidFill>
                  <a:srgbClr val="94A3B8"/>
                </a:solidFill>
              </a:rPr>
              <a:t>Pre-compiled `IdentityVerification.sol` smart contract deployable to local EVM testnet via Web3.py.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172200"/>
            <a:ext cx="10728655" cy="18288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SYSTEM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Working Process: Step-by-Step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06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468880" cy="3474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STEP 01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Document Upload &amp; Sanitization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Identity holder submits credential file (.txt, .pdf, .png).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Unique identity ID assigned (e.g., STU-2024-8841).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System validates file stream, rejects empty (0-byte) files.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Raw document is never broadcasted to the blockchain.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55264" y="292608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468880" cy="3474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STEP 02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SHA-256 Hash Generation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Binary content processed through SHA-256 algorithm.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Produces a unique 64-character hexadecimal digest.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One-way function: impossible to reverse hash back to file.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Deterministic: identical file always yields exact same hash.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98464" y="292608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3474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STEP 03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Blockchain Record Commitment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Identity ID and Hash combined into a transaction.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Proof-of-Work mining solves target difficulty (e.g. '00...').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Transactions aggregated into block via Merkle root.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Block chained to previous block via cryptographic hash.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41664" y="2926080"/>
            <a:ext cx="164592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3474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STEP 04</a:t>
            </a:r>
          </a:p>
          <a:p>
            <a:pPr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Cryptographic Hash Comparison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Verifier uploads document during audit request.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Real-time SHA-256 computed on uploaded document.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Queried against immutable registered hash on the block.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 Binary result: 100% Match (Valid) or Tamper Alert (Modified).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83480"/>
            <a:ext cx="10728655" cy="1280160"/>
          </a:xfrm>
          <a:prstGeom prst="roundRect">
            <a:avLst/>
          </a:prstGeom>
          <a:solidFill>
            <a:srgbClr val="12182E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MATHEMATICAL LOGIC OF VERIFICATION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   Given Original Document D and Registered Hash H_reg = SHA-256(D) committed in Block B.</a:t>
            </a:r>
          </a:p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   Upon Audit with Document D' :  If SHA-256(D') == H_reg  →  AUTHENTIC (Confidence = 100%)</a:t>
            </a:r>
          </a:p>
          <a:p>
            <a:pPr>
              <a:defRPr sz="1050" b="1">
                <a:solidFill>
                  <a:srgbClr val="EF4444"/>
                </a:solidFill>
                <a:latin typeface="Segoe UI"/>
              </a:defRPr>
            </a:pPr>
            <a:r>
              <a:t>                                 If SHA-256(D') != H_reg  →  TAMPERED (Hash Discrepancy Detected)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TESTING &amp; REAL-WORLD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Live Demonstration, Test Results &amp;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07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4225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VERIFIED DEMO SCENARIOS (IMPLEMENTED)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1. Authentic Document Test (Aarav Sharma - STU-2024-8841)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 Uploaded `aarav_student_id.txt`.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 Result: Computed SHA-256 matches on-chain record on Block #1.</a:t>
            </a:r>
          </a:p>
          <a:p>
            <a:pPr>
              <a:spcAft>
                <a:spcPts val="5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 UI Display: Glowing Green '100% CRYPTOGRAPHIC MATCH'.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2. Tampered Document Test (1-Byte Modification)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 Uploaded `tampered_aarav_student_id.txt` (only 1 character changed).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 Result: SHA-256 hash completely diverged (Avalanche Effect).</a:t>
            </a:r>
          </a:p>
          <a:p>
            <a:pPr>
              <a:spcAft>
                <a:spcPts val="5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 UI Display: Red 'TAMPER ALERT DETECTED' with hash discrepancy.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3. Blockchain Explorer &amp; Chain Integrity Audit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    Genesis Block #0 + mined blocks displayed with Merkle root &amp; nonce.</a:t>
            </a:r>
          </a:p>
          <a:p>
            <a:pPr>
              <a:spcAft>
                <a:spcPts val="5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 Clicking 'Re-Audit Chain Integrity' validates all block links via `is_chain_valid()`.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4. Automated Backend Test Suite</a:t>
            </a:r>
          </a:p>
          <a:p>
            <a:pPr>
              <a:spcAft>
                <a:spcPts val="5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    8 out of 8 test cases pass successfully (100% Green) including input sanitization, duplicate ID rejection, and hash sensitivity.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4225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CURRENT SYSTEM LIMITATIONS (HONEST SCOPE)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Simulated Ledger Persistence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The simulated blockchain is in-memory by default; metadata is saved in SQLite, but the block tree resets on server restart unless re-seeded.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Private Ganache EVM Environment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Smart contract integration is demonstrated using a local Ganache testnet node. The project is intentionally not connected to public Ethereum mainnet to avoid gas costs and latency.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'Garbage In, Garbage Out' Boundary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The blockchain cryptographically proves a document has not been altered since registration. However, it cannot verify if the initial document presented at registration was forged without institutional digital signatures.</a:t>
            </a:r>
          </a:p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Centralized Web Server Deployment</a:t>
            </a:r>
          </a:p>
          <a:p>
            <a:pPr>
              <a:spcAft>
                <a:spcPts val="5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The FastAPI backend and SQLite database currently run on a single host. A full production implementation requires decentralized storage (e.g., IPFS) and distributed nodes.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solidFill>
            <a:srgbClr val="12182E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KEY TAKEAWAY: The system delivers 100% mathematically verifiable tamper detection within its demonstrated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PROJECT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731520" cy="329184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08 /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Digital Identity Verification Using Blockchain  •  College Group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24225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PROJECT ACHIEVEMENTS &amp; SUMMARY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Privacy By Design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    Demonstrated that digital identity verification does not require compromising sensitive personal data on-chain. Zero PII storage model preserves complete user privacy.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Uncompromising Tamper Detection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    Leveraged SHA-256 cryptographic sensitivity to detect any document alteration—down to a single space or punctuation mark.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Working End-to-End System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    Engineered and validated a complete full-stack platform combining React 19, FastAPI, SQLite, and an educational Proof-of-Work blockchain ledger.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100% Test Validation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    Verified system integrity through 8 automated tests covering hashing determinism, mining validity, input guards, and duplicate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42255" cy="41148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FUTURE ENHANCEMENTS &amp; ROADMAP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Decentralized Storage (IPFS Integration)</a:t>
            </a:r>
          </a:p>
          <a:p>
            <a:pPr>
              <a:spcAft>
                <a:spcPts val="5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Integrate InterPlanetary File System (IPFS) to store client-side encrypted identity credentials, storing only cryptographic Content IDs (CIDs) on-chain.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Zero-Knowledge Proofs (zk-SNARKs)</a:t>
            </a:r>
          </a:p>
          <a:p>
            <a:pPr>
              <a:spcAft>
                <a:spcPts val="5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Enable credential attribute validation (e.g. 'Age &gt;= 18' or 'Valid Degree') without revealing holder identity, birth date, or raw document content.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Multi-Signature Institutional Issuers</a:t>
            </a:r>
          </a:p>
          <a:p>
            <a:pPr>
              <a:spcAft>
                <a:spcPts val="5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Implement multi-signature smart contracts requiring digital cryptographic signatures from accredited universities or government authorities.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 Public Layer-2 Deployment (Polygon / Arbitrum)</a:t>
            </a:r>
          </a:p>
          <a:p>
            <a:pPr>
              <a:spcAft>
                <a:spcPts val="5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Deploy EVM contracts to public Layer-2 testnets to provide global decentralization with near-zero transaction fees and instant finality.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728655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THANK YOU! QUESTIONS &amp; DISCUSSION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